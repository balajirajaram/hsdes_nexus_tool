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C9D6EA"/>
                </a:solidFill>
              </a:defRPr>
            </a:pPr>
            <a:r>
              <a:t>Evidence-graded HSDES triage for Xeon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</a:defRPr>
            </a:pPr>
            <a:r>
              <a:t>A practical bridge from ticket noise to defensible engineering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9D6EA"/>
                </a:solidFill>
              </a:defRPr>
            </a:pPr>
            <a:r>
              <a:t>Intel Confidential  |  2026-09-11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Debugging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Why a ticket ID is not yet an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560320" cy="13258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55063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C5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Narrative, comments, attachments, partial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2938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C5"/>
                </a:solidFill>
              </a:defRPr>
            </a:pPr>
            <a:r>
              <a:t>HSDES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560320" cy="1325880"/>
          </a:xfrm>
          <a:prstGeom prst="roundRect">
            <a:avLst/>
          </a:prstGeom>
          <a:solidFill>
            <a:srgbClr val="FCEBE9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55063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3261E"/>
                </a:solidFill>
              </a:defRPr>
            </a:pPr>
            <a: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39112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Many signals are symptoms, victims, or 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2938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3261E"/>
                </a:solidFill>
              </a:defRPr>
            </a:pPr>
            <a:r>
              <a:t>Noise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560320" cy="1325880"/>
          </a:xfrm>
          <a:prstGeom prst="roundRect">
            <a:avLst/>
          </a:prstGeom>
          <a:solidFill>
            <a:srgbClr val="FFF3DC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55063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6A00"/>
                </a:solidFill>
              </a:defRPr>
            </a:pPr>
            <a: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39112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Known signatures are re-investigated across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2938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26A00"/>
                </a:solidFill>
              </a:defRPr>
            </a:pPr>
            <a:r>
              <a:t>Rework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08760"/>
            <a:ext cx="2560320" cy="132588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655063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57D"/>
                </a:solidFill>
              </a:defRPr>
            </a:pPr>
            <a:r>
              <a:t>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039112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A traceable route from machine facts to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92938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57D"/>
                </a:solidFill>
              </a:defRPr>
            </a:pPr>
            <a: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64F"/>
                </a:solidFill>
              </a:defRPr>
            </a:pPr>
            <a:r>
              <a:t>The hard problem is not producing prose; it is deciding what the evidence actually proves.</a:t>
            </a:r>
          </a:p>
          <a:p>
            <a:pPr>
              <a:spcAft>
                <a:spcPts val="1200"/>
              </a:spcAft>
              <a:defRPr sz="1900">
                <a:solidFill>
                  <a:srgbClr val="26364F"/>
                </a:solidFill>
              </a:defRPr>
            </a:pPr>
            <a:r>
              <a:t>A human comment can be valuable context without being machine proof.</a:t>
            </a:r>
          </a:p>
          <a:p>
            <a:pPr>
              <a:spcAft>
                <a:spcPts val="1200"/>
              </a:spcAft>
              <a:defRPr sz="1900">
                <a:solidFill>
                  <a:srgbClr val="26364F"/>
                </a:solidFill>
              </a:defRPr>
            </a:pPr>
            <a:r>
              <a:t>A reporting bank, first-error source, and originating owner are not automatically the same 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NEXUS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disciplined evidence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514600"/>
            <a:ext cx="1783080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715768"/>
            <a:ext cx="1655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77063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2576" y="2514600"/>
            <a:ext cx="1783080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2715768"/>
            <a:ext cx="1655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277063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2514600"/>
            <a:ext cx="1783080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715768"/>
            <a:ext cx="1655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Separate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77063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514600"/>
            <a:ext cx="1783080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715768"/>
            <a:ext cx="1655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136" y="277063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514600"/>
            <a:ext cx="1783080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2715768"/>
            <a:ext cx="1655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2770632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2514600"/>
            <a:ext cx="1783080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0968" y="2715768"/>
            <a:ext cx="1655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364F"/>
                </a:solidFill>
              </a:defRPr>
            </a:pPr>
            <a:r>
              <a:t>Read the ticket and attached evidence.</a:t>
            </a:r>
          </a:p>
          <a:p>
            <a:pPr>
              <a:spcAft>
                <a:spcPts val="1200"/>
              </a:spcAft>
              <a:defRPr sz="1500">
                <a:solidFill>
                  <a:srgbClr val="26364F"/>
                </a:solidFill>
              </a:defRPr>
            </a:pPr>
            <a:r>
              <a:t>Decode MCA, boot, serial, PythonSV, and first-error signals.</a:t>
            </a:r>
          </a:p>
          <a:p>
            <a:pPr>
              <a:spcAft>
                <a:spcPts val="1200"/>
              </a:spcAft>
              <a:defRPr sz="1500">
                <a:solidFill>
                  <a:srgbClr val="26364F"/>
                </a:solidFill>
              </a:defRPr>
            </a:pPr>
            <a:r>
              <a:t>Separate machine evidence from human claims and historical recall.</a:t>
            </a:r>
          </a:p>
          <a:p>
            <a:pPr>
              <a:spcAft>
                <a:spcPts val="1200"/>
              </a:spcAft>
              <a:defRPr sz="1500">
                <a:solidFill>
                  <a:srgbClr val="26364F"/>
                </a:solidFill>
              </a:defRPr>
            </a:pPr>
            <a:r>
              <a:t>Grade ownership, confidence, contradictions, and missing evidence.</a:t>
            </a:r>
          </a:p>
          <a:p>
            <a:pPr>
              <a:spcAft>
                <a:spcPts val="1200"/>
              </a:spcAft>
              <a:defRPr sz="1500">
                <a:solidFill>
                  <a:srgbClr val="26364F"/>
                </a:solidFill>
              </a:defRPr>
            </a:pPr>
            <a:r>
              <a:t>Block weak or ambiguous conclusions from autonomous posting.</a:t>
            </a:r>
          </a:p>
          <a:p>
            <a:pPr>
              <a:spcAft>
                <a:spcPts val="1200"/>
              </a:spcAft>
              <a:defRPr sz="1500">
                <a:solidFill>
                  <a:srgbClr val="26364F"/>
                </a:solidFill>
              </a:defRPr>
            </a:pPr>
            <a:r>
              <a:t>Return a report, draft, or explicitly bounded next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Where evidence changes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4</a:t>
            </a:r>
          </a:p>
        </p:txBody>
      </p:sp>
      <p:pic>
        <p:nvPicPr>
          <p:cNvPr id="6" name="Picture 5" descr="NEXUS_Executiv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60896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Safety Is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The system is designed to know when not to overclaim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383280" cy="132588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55063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57D"/>
                </a:solidFill>
              </a:defRPr>
            </a:pPr>
            <a:r>
              <a:t>COMMENT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Comment-only root cause cannot become 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29384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57D"/>
                </a:solidFill>
              </a:defRPr>
            </a:pPr>
            <a: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55063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57D"/>
                </a:solidFill>
              </a:defRPr>
            </a:pPr>
            <a:r>
              <a:t>MCA FATALITY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UC + PCC is never mislabeled corrected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29384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57D"/>
                </a:solidFill>
              </a:defRPr>
            </a:pPr>
            <a:r>
              <a:t>Never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383280" cy="1325880"/>
          </a:xfrm>
          <a:prstGeom prst="roundRect">
            <a:avLst/>
          </a:prstGeom>
          <a:solidFill>
            <a:srgbClr val="FCEBE9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55063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3261E"/>
                </a:solidFill>
              </a:defRPr>
            </a:pPr>
            <a:r>
              <a:t>POSTING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39112"/>
            <a:ext cx="30540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Conflict, ambiguity, and weak evidence stay drafts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29384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3261E"/>
                </a:solidFill>
              </a:defRPr>
            </a:pPr>
            <a:r>
              <a:t>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64F"/>
                </a:solidFill>
              </a:defRPr>
            </a:pPr>
            <a:r>
              <a:t>Safety invariants are explicit, named, and regression-tested.</a:t>
            </a:r>
          </a:p>
          <a:p>
            <a:pPr>
              <a:spcAft>
                <a:spcPts val="1200"/>
              </a:spcAft>
              <a:defRPr sz="1900">
                <a:solidFill>
                  <a:srgbClr val="26364F"/>
                </a:solidFill>
              </a:defRPr>
            </a:pPr>
            <a:r>
              <a:t>HSDES_WRITE_ENABLED defaults false.</a:t>
            </a:r>
          </a:p>
          <a:p>
            <a:pPr>
              <a:spcAft>
                <a:spcPts val="1200"/>
              </a:spcAft>
              <a:defRPr sz="1900">
                <a:solidFill>
                  <a:srgbClr val="26364F"/>
                </a:solidFill>
              </a:defRPr>
            </a:pPr>
            <a:r>
              <a:t>force=true cannot bypass write-disable.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AutoHSD: From Ticket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Closed-loop collection with a narrow safety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HSD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9834" y="290779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9562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3570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Evidence</a:t>
            </a:r>
            <a:br/>
            <a: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7916" y="290779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7644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1652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Reachability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5998" y="290779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5726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9734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Read-only</a:t>
            </a:r>
            <a:br/>
            <a:r>
              <a:t>SSH/BMC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4081" y="290779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3809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7817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Re-analyze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2163" y="290779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01891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5899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0245" y="2907791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39973" y="2651760"/>
            <a:ext cx="1510066" cy="841248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3981" y="2852928"/>
            <a:ext cx="138205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Draft/Post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634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Collection is conditional. Existing attachments win; unreachable nodes produce insufficient evidence rather than fabricated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 Ships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focused engineering tool, not a promise of autonomous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60320" cy="13258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C5"/>
                </a:solidFill>
              </a:defRPr>
            </a:pPr>
            <a:r>
              <a:t>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Evidence, ownership, verdict, missing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C5"/>
                </a:solidFill>
              </a:defRPr>
            </a:pPr>
            <a:r>
              <a:t>Structured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60320" cy="132588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57D"/>
                </a:solidFill>
              </a:defRPr>
            </a:pPr>
            <a:r>
              <a:t>AUTOHSD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SSH/BMC collection and before/after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57D"/>
                </a:solidFill>
              </a:defRPr>
            </a:pPr>
            <a:r>
              <a:t>Guarded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60320" cy="13258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C5"/>
                </a:solidFill>
              </a:defRPr>
            </a:pPr>
            <a: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KB, provenance, historical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C5"/>
                </a:solidFill>
              </a:defRPr>
            </a:pPr>
            <a:r>
              <a:t>Traceable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54480"/>
            <a:ext cx="2560320" cy="1325880"/>
          </a:xfrm>
          <a:prstGeom prst="roundRect">
            <a:avLst/>
          </a:prstGeom>
          <a:solidFill>
            <a:srgbClr val="FFF3DC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6A00"/>
                </a:solidFill>
              </a:defRPr>
            </a:pPr>
            <a:r>
              <a:t>WRITE-BACK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Post only after configuration and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26A00"/>
                </a:solidFill>
              </a:defRPr>
            </a:pPr>
            <a:r>
              <a:t>Draft-first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The tool can say: insufficient evidence, contradiction, or working hypothesis.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That behavior is a feature for validation teams: uncertainty is visible and actionable.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Current Evidence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Numbers from the current workspace, not a marketing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60320" cy="1325880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Current full test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82/82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60320" cy="1325880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Inventory coverage; 0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18/18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60320" cy="13258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C5"/>
                </a:solidFill>
              </a:defRPr>
            </a:pPr>
            <a:r>
              <a:t>GOLDEN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Strict Level 3/4 qualified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C5"/>
                </a:solidFill>
              </a:defRPr>
            </a:pPr>
            <a:r>
              <a:t>47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54480"/>
            <a:ext cx="2560320" cy="1325880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700784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AUTOHSD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084831"/>
            <a:ext cx="2231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Focused integration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975104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10/10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B26A00"/>
                </a:solidFill>
              </a:defRPr>
            </a:pPr>
            <a:r>
              <a:t>Production qualification remains open: benchmark sanity has actionable predictions, but this is not yet a completed accuracy qualification.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Concrete Safety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16031734105: reporting owner versus first-error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1828800"/>
          </a:xfrm>
          <a:prstGeom prst="roundRect">
            <a:avLst/>
          </a:prstGeom>
          <a:solidFill>
            <a:srgbClr val="FCEBE9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3261E"/>
                </a:solidFill>
              </a:defRPr>
            </a:pPr>
            <a:r>
              <a:t>Naive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30083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Select the reporting CCF bank and state a confident CCF root cause.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1828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700784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57D"/>
                </a:solidFill>
              </a:defRPr>
            </a:pPr>
            <a:r>
              <a:t>NEXUS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84831"/>
            <a:ext cx="30083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Preserve PUNIT first-error evidence, CCF reporting evidence, and decoder ambiguity.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37560" cy="182880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00784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1C5"/>
                </a:solidFill>
              </a:defRPr>
            </a:pPr>
            <a: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84831"/>
            <a:ext cx="30083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WORKING HYPOTHESIS; contradiction detector; auto-post blocked.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The value is not a louder answer. It is a more defensible boundary around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Knowledge That Stays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Mining accelerates review; validation creates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00400" cy="13258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C5"/>
                </a:solidFill>
              </a:defRPr>
            </a:pPr>
            <a:r>
              <a:t>HISTORICAL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2871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C5"/>
                </a:solidFill>
              </a:defRPr>
            </a:pPr>
            <a: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54480"/>
            <a:ext cx="3200400" cy="13258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700784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C5"/>
                </a:solidFill>
              </a:defRPr>
            </a:pPr>
            <a:r>
              <a:t>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084831"/>
            <a:ext cx="2871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75104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1C5"/>
                </a:solidFill>
              </a:defRPr>
            </a:pPr>
            <a:r>
              <a:t>421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200400" cy="1325880"/>
          </a:xfrm>
          <a:prstGeom prst="roundRect">
            <a:avLst/>
          </a:prstGeom>
          <a:solidFill>
            <a:srgbClr val="FFF3DC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700784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6A00"/>
                </a:solidFill>
              </a:defRPr>
            </a:pPr>
            <a:r>
              <a:t>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84831"/>
            <a:ext cx="2871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Consensus rows for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75104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26A00"/>
                </a:solidFill>
              </a:defRPr>
            </a:pPr>
            <a:r>
              <a:t>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0624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64F"/>
                </a:solidFill>
              </a:defRPr>
            </a:pPr>
            <a:r>
              <a:t>Candidate mining is not Golden truth.</a:t>
            </a:r>
          </a:p>
          <a:p>
            <a:pPr>
              <a:spcAft>
                <a:spcPts val="1200"/>
              </a:spcAft>
              <a:defRPr sz="1800">
                <a:solidFill>
                  <a:srgbClr val="26364F"/>
                </a:solidFill>
              </a:defRPr>
            </a:pPr>
            <a:r>
              <a:t>Bugeco, sighting confirmation, reproduction, and engineer review determine validation tier.</a:t>
            </a:r>
          </a:p>
          <a:p>
            <a:pPr>
              <a:spcAft>
                <a:spcPts val="1200"/>
              </a:spcAft>
              <a:defRPr sz="1800">
                <a:solidFill>
                  <a:srgbClr val="26364F"/>
                </a:solidFill>
              </a:defRPr>
            </a:pPr>
            <a:r>
              <a:t>The corpus remains a controlled evidence set, not a random similarity dump.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 the Engineer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report that is useful before it is certain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874519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55063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1C5"/>
                </a:solidFill>
              </a:defRPr>
            </a:pPr>
            <a: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39112"/>
            <a:ext cx="309981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What happened, what is known, what is missing.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55063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57D"/>
                </a:solidFill>
              </a:defRPr>
            </a:pPr>
            <a:r>
              <a:t>Evidence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39112"/>
            <a:ext cx="309981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MCA, first error, boot stage, ownership, contradictions.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429000" cy="1874519"/>
          </a:xfrm>
          <a:prstGeom prst="roundRect">
            <a:avLst/>
          </a:prstGeom>
          <a:solidFill>
            <a:srgbClr val="FFF3DC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655063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26A00"/>
                </a:solidFill>
              </a:defRPr>
            </a:pPr>
            <a:r>
              <a:t>Next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039112"/>
            <a:ext cx="309981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The smallest useful collection or validation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6B7F"/>
                </a:solidFill>
              </a:defRPr>
            </a:pPr>
            <a:r>
              <a:t>Historical reproduction suggestions are explicitly reference-only and do not change confidence, verdict, or posting.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 Is Not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Boundaries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Not a replacement for silicon, firmware, or validation engineering judgment.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Not a guarantee that every ticket has enough evidence for an RCA.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Not an autonomous writer by default.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Not a substitute for the centralized Elastic log pipeline; direct collection is limited to configured SSH/BMC paths.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Not production-qualified until the evidence-backed benchmark is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Next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The shortest path to a defensible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Complete evidence-backed benchmark validation with representative workloads and raw logs.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Shadow-mode AutoHSD on a small volunteer cohort.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Measure time-to-first-useful-action, not just report generation time.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Expand domain review for borderline ownership and decoder cases.</a:t>
            </a:r>
          </a:p>
          <a:p>
            <a:pPr>
              <a:spcAft>
                <a:spcPts val="1200"/>
              </a:spcAft>
              <a:defRPr sz="2000">
                <a:solidFill>
                  <a:srgbClr val="26364F"/>
                </a:solidFill>
              </a:defRPr>
            </a:pPr>
            <a:r>
              <a:t>Only then decide whether shared deployment and broader operations are warranted.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focused collaboration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200400" cy="2011680"/>
          </a:xfrm>
          <a:prstGeom prst="roundRect">
            <a:avLst/>
          </a:prstGeom>
          <a:solidFill>
            <a:srgbClr val="E9F4FB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92224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1C5"/>
                </a:solidFill>
              </a:defRPr>
            </a:pPr>
            <a:r>
              <a:t>Validation 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28712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Nominate representative HSDs and review borderline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201168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92224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857D"/>
                </a:solidFill>
              </a:defRPr>
            </a:pPr>
            <a:r>
              <a:t>Debug experts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76272"/>
            <a:ext cx="28712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Confirm evidence ownership and resolution tiers.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00400" cy="2011680"/>
          </a:xfrm>
          <a:prstGeom prst="roundRect">
            <a:avLst/>
          </a:prstGeom>
          <a:solidFill>
            <a:srgbClr val="FFF3DC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92224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26A00"/>
                </a:solidFill>
              </a:defRPr>
            </a:pPr>
            <a:r>
              <a:t>Pilot sponsors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76272"/>
            <a:ext cx="28712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Support a shadow-mode, draft-only evaluation.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The next decision should be based on observed engineering value and evidence quality.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NEXUS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B2A4A"/>
                </a:solidFill>
              </a:defRPr>
            </a:pPr>
            <a:r>
              <a:t>NEXUS connects HSD symptoms to evidence, evidence to ownership, and ownership to a guarded engineering action — while making uncertainty impossible to hide.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B7F"/>
                </a:solidFill>
              </a:defRPr>
            </a:pPr>
            <a:r>
              <a:t>Presentation generated locally from the current repository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