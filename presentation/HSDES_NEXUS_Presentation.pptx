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011680"/>
            <a:ext cx="106984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400" b="1">
                <a:solidFill>
                  <a:srgbClr val="FFFFFF"/>
                </a:solidFill>
              </a:defRPr>
            </a:pPr>
            <a:r>
              <a:t>HSDES NEXUS</a:t>
            </a:r>
          </a:p>
          <a:p>
            <a:pPr>
              <a:defRPr sz="2400">
                <a:solidFill>
                  <a:srgbClr val="8EC5F0"/>
                </a:solidFill>
              </a:defRPr>
            </a:pPr>
            <a:r>
              <a:t>Agentic HSD Triage  +  PythonSV Live Debug over the Lab NUC</a:t>
            </a:r>
          </a:p>
          <a:p>
            <a:pPr>
              <a:defRPr sz="1600">
                <a:solidFill>
                  <a:srgbClr val="B8C0CE"/>
                </a:solidFill>
              </a:defRPr>
            </a:pPr>
            <a:r>
              <a:t>Evolution of BugScout — one FastAPI tool for server-platform debug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0071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1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wrap="square"/>
          <a:lstStyle/>
          <a:p>
            <a:pPr algn="ctr">
              <a:defRPr sz="3000" b="1">
                <a:solidFill>
                  <a:srgbClr val="FFFFFF"/>
                </a:solidFill>
              </a:defRPr>
            </a:pPr>
            <a:r>
              <a:t>What is HSDES NEXUS?</a:t>
            </a:r>
          </a:p>
          <a:p>
            <a:pPr>
              <a:defRPr sz="1400">
                <a:solidFill>
                  <a:srgbClr val="DCEBFA"/>
                </a:solidFill>
              </a:defRPr>
            </a:pPr>
            <a:r>
              <a:t>Agentic, evidence-grounded triage for any Intel server-platform HSD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900">
                <a:solidFill>
                  <a:srgbClr val="1B1B2F"/>
                </a:solidFill>
              </a:defRPr>
            </a:pPr>
            <a:r>
              <a:t>Give it an HSD ID — it reads the ticket + comments, decodes attached logs, recalls similar past cases, and writes a structured Root-Cause-Analysis report.</a:t>
            </a:r>
          </a:p>
          <a:p>
            <a:pPr>
              <a:spcAft>
                <a:spcPts val="600"/>
              </a:spcAft>
              <a:defRPr sz="1900">
                <a:solidFill>
                  <a:srgbClr val="1B1B2F"/>
                </a:solidFill>
              </a:defRPr>
            </a:pPr>
            <a:r>
              <a:t>Self-learning Knowledge Base: every ticket seen is written back, so matching improves over time.</a:t>
            </a:r>
          </a:p>
          <a:p>
            <a:pPr>
              <a:spcAft>
                <a:spcPts val="600"/>
              </a:spcAft>
              <a:defRPr sz="1900">
                <a:solidFill>
                  <a:srgbClr val="1B1B2F"/>
                </a:solidFill>
              </a:defRPr>
            </a:pPr>
            <a:r>
              <a:t>Deterministic OFFLINE mode (no LLM required) using bundled Intel decoder databases.</a:t>
            </a:r>
          </a:p>
          <a:p>
            <a:pPr>
              <a:spcAft>
                <a:spcPts val="600"/>
              </a:spcAft>
              <a:defRPr sz="1900">
                <a:solidFill>
                  <a:srgbClr val="1B1B2F"/>
                </a:solidFill>
              </a:defRPr>
            </a:pPr>
            <a:r>
              <a:t>Grounded in many sources at once: HSDES REST + Geni + Co-Design + Wiki KB + decoders + Axon.</a:t>
            </a:r>
          </a:p>
          <a:p>
            <a:pPr>
              <a:spcAft>
                <a:spcPts val="600"/>
              </a:spcAft>
              <a:defRPr sz="1900">
                <a:solidFill>
                  <a:srgbClr val="1B1B2F"/>
                </a:solidFill>
              </a:defRPr>
            </a:pPr>
            <a:r>
              <a:t>NEW headline capability: PythonSV Live Debug through the bench NUC — reach a hung / unreachable SUT out-of-band.</a:t>
            </a:r>
          </a:p>
          <a:p>
            <a:pPr>
              <a:spcAft>
                <a:spcPts val="600"/>
              </a:spcAft>
              <a:defRPr sz="1900">
                <a:solidFill>
                  <a:srgbClr val="1B1B2F"/>
                </a:solidFill>
              </a:defRPr>
            </a:pPr>
            <a:r>
              <a:t>Web UI (tabs) + unified CLI; reports saved as Markdown + HTML with a Reference Sources citation table.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1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wrap="square"/>
          <a:lstStyle/>
          <a:p>
            <a:pPr algn="ctr">
              <a:defRPr sz="3000" b="1">
                <a:solidFill>
                  <a:srgbClr val="FFFFFF"/>
                </a:solidFill>
              </a:defRPr>
            </a:pPr>
            <a:r>
              <a:t>How it works — end-to-end flow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234440"/>
            <a:ext cx="2057400" cy="566928"/>
          </a:xfrm>
          <a:prstGeom prst="roundRect">
            <a:avLst/>
          </a:prstGeom>
          <a:solidFill>
            <a:srgbClr val="0071C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User · Web UI / CLI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651760" y="1234440"/>
            <a:ext cx="2057400" cy="566928"/>
          </a:xfrm>
          <a:prstGeom prst="roundRect">
            <a:avLst/>
          </a:prstGeom>
          <a:solidFill>
            <a:srgbClr val="2E7D32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RECALL · KB search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14600" y="1517904"/>
            <a:ext cx="137160" cy="0"/>
          </a:xfrm>
          <a:prstGeom prst="bentConnector3">
            <a:avLst/>
          </a:prstGeom>
          <a:ln w="25400">
            <a:solidFill>
              <a:srgbClr val="5A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4846320" y="1234440"/>
            <a:ext cx="2057400" cy="566928"/>
          </a:xfrm>
          <a:prstGeom prst="roundRect">
            <a:avLst/>
          </a:prstGeom>
          <a:solidFill>
            <a:srgbClr val="2E7D32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INVESTIGATE · HSD + comments + logs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709160" y="1517904"/>
            <a:ext cx="137160" cy="0"/>
          </a:xfrm>
          <a:prstGeom prst="bentConnector3">
            <a:avLst/>
          </a:prstGeom>
          <a:ln w="25400">
            <a:solidFill>
              <a:srgbClr val="5A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7040880" y="1234440"/>
            <a:ext cx="2057400" cy="566928"/>
          </a:xfrm>
          <a:prstGeom prst="roundRect">
            <a:avLst/>
          </a:prstGeom>
          <a:solidFill>
            <a:srgbClr val="B0740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DECODE · MCA/EWL/POST + Enrichment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903720" y="1517904"/>
            <a:ext cx="137160" cy="0"/>
          </a:xfrm>
          <a:prstGeom prst="bentConnector3">
            <a:avLst/>
          </a:prstGeom>
          <a:ln w="25400">
            <a:solidFill>
              <a:srgbClr val="5A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9235440" y="1234440"/>
            <a:ext cx="2057400" cy="566928"/>
          </a:xfrm>
          <a:prstGeom prst="roundRect">
            <a:avLst/>
          </a:prstGeom>
          <a:solidFill>
            <a:srgbClr val="0071C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REPORT · RCA + Reference Sources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098280" y="1517904"/>
            <a:ext cx="137160" cy="0"/>
          </a:xfrm>
          <a:prstGeom prst="bentConnector3">
            <a:avLst/>
          </a:prstGeom>
          <a:ln w="25400">
            <a:solidFill>
              <a:srgbClr val="5A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457200" y="2286000"/>
            <a:ext cx="2743200" cy="502920"/>
          </a:xfrm>
          <a:prstGeom prst="roundRect">
            <a:avLst/>
          </a:prstGeom>
          <a:solidFill>
            <a:srgbClr val="5A6372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Decoders: MCA / EWL / RC-Fatal / MCHECK / POST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83280" y="2286000"/>
            <a:ext cx="2743200" cy="502920"/>
          </a:xfrm>
          <a:prstGeom prst="roundRect">
            <a:avLst/>
          </a:prstGeom>
          <a:solidFill>
            <a:srgbClr val="5A6372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Wiki KB · Geni · Co-Design (always)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2286000"/>
            <a:ext cx="2743200" cy="502920"/>
          </a:xfrm>
          <a:prstGeom prst="roundRect">
            <a:avLst/>
          </a:prstGeom>
          <a:solidFill>
            <a:srgbClr val="5A6372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BIOS/S3M · Kernel-crash · Redfish (need-based)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235440" y="2286000"/>
            <a:ext cx="2377440" cy="502920"/>
          </a:xfrm>
          <a:prstGeom prst="roundRect">
            <a:avLst/>
          </a:prstGeom>
          <a:solidFill>
            <a:srgbClr val="5A6372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Axon SVTools recordings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29184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B1B2F"/>
                </a:solidFill>
              </a:defRPr>
            </a:pPr>
            <a:r>
              <a:t>PythonSV Live-Debug path (SUT hung / unreachable):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749039"/>
            <a:ext cx="2651760" cy="640080"/>
          </a:xfrm>
          <a:prstGeom prst="roundRect">
            <a:avLst/>
          </a:prstGeom>
          <a:solidFill>
            <a:srgbClr val="0071C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NEXUS server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46120" y="3749039"/>
            <a:ext cx="2651760" cy="640080"/>
          </a:xfrm>
          <a:prstGeom prst="roundRect">
            <a:avLst/>
          </a:prstGeom>
          <a:solidFill>
            <a:srgbClr val="B0740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SSH :22  (WinRM :5985 fallback)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108960" y="4069079"/>
            <a:ext cx="137160" cy="0"/>
          </a:xfrm>
          <a:prstGeom prst="bentConnector3">
            <a:avLst/>
          </a:prstGeom>
          <a:ln w="25400">
            <a:solidFill>
              <a:srgbClr val="5A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035040" y="3749039"/>
            <a:ext cx="2651760" cy="640080"/>
          </a:xfrm>
          <a:prstGeom prst="roundRect">
            <a:avLst/>
          </a:prstGeom>
          <a:solidFill>
            <a:srgbClr val="2E7D32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Lab NUC · Windows + PythonSV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897880" y="4069079"/>
            <a:ext cx="137160" cy="0"/>
          </a:xfrm>
          <a:prstGeom prst="bentConnector3">
            <a:avLst/>
          </a:prstGeom>
          <a:ln w="25400">
            <a:solidFill>
              <a:srgbClr val="5A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8823960" y="3749039"/>
            <a:ext cx="2651760" cy="640080"/>
          </a:xfrm>
          <a:prstGeom prst="roundRect">
            <a:avLst/>
          </a:prstGeom>
          <a:solidFill>
            <a:srgbClr val="1B1B2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ITP / sideband -&gt; hung SUT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686800" y="4069079"/>
            <a:ext cx="137160" cy="0"/>
          </a:xfrm>
          <a:prstGeom prst="bentConnector3">
            <a:avLst/>
          </a:prstGeom>
          <a:ln w="25400">
            <a:solidFill>
              <a:srgbClr val="5A637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57200" y="4663440"/>
            <a:ext cx="112471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B1B2F"/>
                </a:solidFill>
              </a:defRPr>
            </a:pPr>
            <a:r>
              <a:t>One persistent PythonSV session — imports &amp; IPC state persist across lines.</a:t>
            </a:r>
          </a:p>
          <a:p>
            <a:pPr>
              <a:spcAft>
                <a:spcPts val="600"/>
              </a:spcAft>
              <a:defRPr sz="1500">
                <a:solidFill>
                  <a:srgbClr val="1B1B2F"/>
                </a:solidFill>
              </a:defRPr>
            </a:pPr>
            <a:r>
              <a:t>Auto-init preamble (ipc.unlock() + sv.refresh()) runs first; output is cleaned; state is auto-interpreted into plain-English notes.</a:t>
            </a:r>
          </a:p>
          <a:p>
            <a:pPr>
              <a:spcAft>
                <a:spcPts val="600"/>
              </a:spcAft>
              <a:defRPr sz="1500">
                <a:solidFill>
                  <a:srgbClr val="1B1B2F"/>
                </a:solidFill>
              </a:defRPr>
            </a:pPr>
            <a:r>
              <a:t>Password entered in UI only — masked, never stored or logged.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1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wrap="square"/>
          <a:lstStyle/>
          <a:p>
            <a:pPr algn="ctr">
              <a:defRPr sz="3000" b="1">
                <a:solidFill>
                  <a:srgbClr val="FFFFFF"/>
                </a:solidFill>
              </a:defRPr>
            </a:pPr>
            <a:r>
              <a:t>New in HSDES NEXUS vs. original BugScout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5760" y="1143000"/>
          <a:ext cx="11430000" cy="5394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3383280"/>
                <a:gridCol w="6126480"/>
              </a:tblGrid>
              <a:tr h="44958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0071C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Original BugScout</a:t>
                      </a:r>
                    </a:p>
                  </a:txBody>
                  <a:tcPr>
                    <a:solidFill>
                      <a:srgbClr val="0071C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New in HSDES NEXUS</a:t>
                      </a:r>
                    </a:p>
                  </a:txBody>
                  <a:tcPr>
                    <a:solidFill>
                      <a:srgbClr val="0071C5"/>
                    </a:solidFill>
                  </a:tcPr>
                </a:tc>
              </a:tr>
              <a:tr h="44958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B1B2F"/>
                          </a:solidFill>
                        </a:defRPr>
                      </a:pPr>
                      <a:r>
                        <a:t>Packaging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B1B2F"/>
                          </a:solidFill>
                        </a:defRPr>
                      </a:pPr>
                      <a:r>
                        <a:t>Copilot CLI skills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B1B2F"/>
                          </a:solidFill>
                        </a:defRPr>
                      </a:pPr>
                      <a:r>
                        <a:t>Single FastAPI web app + unified CLI (skills retained)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44958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B1B2F"/>
                          </a:solidFill>
                        </a:defRPr>
                      </a:pPr>
                      <a:r>
                        <a:t>Log decode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B1B2F"/>
                          </a:solidFill>
                        </a:defRPr>
                      </a:pPr>
                      <a:r>
                        <a:t>crash-parser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B1B2F"/>
                          </a:solidFill>
                        </a:defRPr>
                      </a:pPr>
                      <a:r>
                        <a:t>MCA / EWL / RC-Fatal / MCHECK / POST decoder DBs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958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B1B2F"/>
                          </a:solidFill>
                        </a:defRPr>
                      </a:pPr>
                      <a:r>
                        <a:t>Sources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B1B2F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B1B2F"/>
                          </a:solidFill>
                        </a:defRPr>
                      </a:pPr>
                      <a:r>
                        <a:t>Reference Sources table — cites every source used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44958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B1B2F"/>
                          </a:solidFill>
                        </a:defRPr>
                      </a:pPr>
                      <a:r>
                        <a:t>Marketplace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B1B2F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B1B2F"/>
                          </a:solidFill>
                        </a:defRPr>
                      </a:pPr>
                      <a:r>
                        <a:t>Wiki KB (always) + BIOS/S3M, Kernel-crash, Redfish (need-based)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958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B1B2F"/>
                          </a:solidFill>
                        </a:defRPr>
                      </a:pPr>
                      <a:r>
                        <a:t>Live debug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B1B2F"/>
                          </a:solidFill>
                        </a:defRPr>
                      </a:pPr>
                      <a:r>
                        <a:t>SSH to SUT only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B1B2F"/>
                          </a:solidFill>
                        </a:defRPr>
                      </a:pPr>
                      <a:r>
                        <a:t>NUC PythonSV bridge — out-of-band when SUT is hung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44958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B1B2F"/>
                          </a:solidFill>
                        </a:defRPr>
                      </a:pPr>
                      <a:r>
                        <a:t>Transport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B1B2F"/>
                          </a:solidFill>
                        </a:defRPr>
                      </a:pPr>
                      <a:r>
                        <a:t>SSH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B1B2F"/>
                          </a:solidFill>
                        </a:defRPr>
                      </a:pPr>
                      <a:r>
                        <a:t>SSH-first + WinRM fallback + setup popup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958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B1B2F"/>
                          </a:solidFill>
                        </a:defRPr>
                      </a:pPr>
                      <a:r>
                        <a:t>Secrets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B1B2F"/>
                          </a:solidFill>
                        </a:defRPr>
                      </a:pPr>
                      <a:r>
                        <a:t>SSH keys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B1B2F"/>
                          </a:solidFill>
                        </a:defRPr>
                      </a:pPr>
                      <a:r>
                        <a:t>UI password, masked, never stored; user auto-normalized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44958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B1B2F"/>
                          </a:solidFill>
                        </a:defRPr>
                      </a:pPr>
                      <a:r>
                        <a:t>Session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B1B2F"/>
                          </a:solidFill>
                        </a:defRPr>
                      </a:pPr>
                      <a:r>
                        <a:t>one command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B1B2F"/>
                          </a:solidFill>
                        </a:defRPr>
                      </a:pPr>
                      <a:r>
                        <a:t>Persistent PythonSV session (imports/IPC persist)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958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B1B2F"/>
                          </a:solidFill>
                        </a:defRPr>
                      </a:pPr>
                      <a:r>
                        <a:t>Auto-fix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B1B2F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B1B2F"/>
                          </a:solidFill>
                        </a:defRPr>
                      </a:pPr>
                      <a:r>
                        <a:t>Auto-init unlock + refresh; skippable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44958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B1B2F"/>
                          </a:solidFill>
                        </a:defRPr>
                      </a:pPr>
                      <a:r>
                        <a:t>Readability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B1B2F"/>
                          </a:solidFill>
                        </a:defRPr>
                      </a:pPr>
                      <a:r>
                        <a:t>raw dump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B1B2F"/>
                          </a:solidFill>
                        </a:defRPr>
                      </a:pPr>
                      <a:r>
                        <a:t>Output cleaner + state interpreter notes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9580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B1B2F"/>
                          </a:solidFill>
                        </a:defRPr>
                      </a:pPr>
                      <a:r>
                        <a:t>Validation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B1B2F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B1B2F"/>
                          </a:solidFill>
                        </a:defRPr>
                      </a:pPr>
                      <a:r>
                        <a:t>Unified smoke test (15 checks)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1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wrap="square"/>
          <a:lstStyle/>
          <a:p>
            <a:pPr algn="ctr">
              <a:defRPr sz="3000" b="1">
                <a:solidFill>
                  <a:srgbClr val="FFFFFF"/>
                </a:solidFill>
              </a:defRPr>
            </a:pPr>
            <a:r>
              <a:t>Feature spotlight — PythonSV Live Debug via NUC</a:t>
            </a:r>
          </a:p>
          <a:p>
            <a:pPr>
              <a:defRPr sz="1400">
                <a:solidFill>
                  <a:srgbClr val="DCEBFA"/>
                </a:solidFill>
              </a:defRPr>
            </a:pPr>
            <a:r>
              <a:t>Debug a hung node when SSH to the SUT is impossible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1B1B2F"/>
                </a:solidFill>
              </a:defRPr>
            </a:pPr>
            <a:r>
              <a:t>Problem: when the SUT is hung/failed, you cannot SSH in to run live debug.</a:t>
            </a:r>
          </a:p>
          <a:p>
            <a:pPr>
              <a:spcAft>
                <a:spcPts val="600"/>
              </a:spcAft>
              <a:defRPr sz="1600">
                <a:solidFill>
                  <a:srgbClr val="1B1B2F"/>
                </a:solidFill>
              </a:defRPr>
            </a:pPr>
            <a:r>
              <a:t>Solution: connect to the bench NUC (Windows + PythonSV) that keeps ITP/sideband access to the SUT.</a:t>
            </a:r>
          </a:p>
          <a:p>
            <a:pPr>
              <a:spcAft>
                <a:spcPts val="600"/>
              </a:spcAft>
              <a:defRPr sz="1600">
                <a:solidFill>
                  <a:srgbClr val="1B1B2F"/>
                </a:solidFill>
              </a:defRPr>
            </a:pPr>
            <a:r>
              <a:t>Dual transport: tries SSH first, falls back to WinRM; if neither is ready, a popup shows the one-time WinRM setup.</a:t>
            </a:r>
          </a:p>
          <a:p>
            <a:pPr>
              <a:spcAft>
                <a:spcPts val="600"/>
              </a:spcAft>
              <a:defRPr sz="1600">
                <a:solidFill>
                  <a:srgbClr val="1B1B2F"/>
                </a:solidFill>
              </a:defRPr>
            </a:pPr>
            <a:r>
              <a:t>Dedicated PythonSV tab: enter NUC host/user/password (masked), Connect / Probe verifies host + C:\pythonsv.</a:t>
            </a:r>
          </a:p>
          <a:p>
            <a:pPr>
              <a:spcAft>
                <a:spcPts val="600"/>
              </a:spcAft>
              <a:defRPr sz="1600">
                <a:solidFill>
                  <a:srgbClr val="1B1B2F"/>
                </a:solidFill>
              </a:defRPr>
            </a:pPr>
            <a:r>
              <a:t>Runs your commands in ONE persistent session so `sv`, `ipc`, and imports stay alive across lines.</a:t>
            </a:r>
          </a:p>
          <a:p>
            <a:pPr>
              <a:spcAft>
                <a:spcPts val="600"/>
              </a:spcAft>
              <a:defRPr sz="1600">
                <a:solidFill>
                  <a:srgbClr val="1B1B2F"/>
                </a:solidFill>
              </a:defRPr>
            </a:pPr>
            <a:r>
              <a:t>Auto-detects &amp; explains PythonSV states:</a:t>
            </a:r>
          </a:p>
          <a:p>
            <a:pPr lvl="1">
              <a:spcAft>
                <a:spcPts val="600"/>
              </a:spcAft>
              <a:defRPr sz="1400">
                <a:solidFill>
                  <a:srgbClr val="1B1B2F"/>
                </a:solidFill>
              </a:defRPr>
            </a:pPr>
            <a:r>
              <a:t>part LOCKED -&gt; auto ipc.unlock(); NOT out of reset; pcode bring-up not started; undefined helper; missing module; SUT no-ping.</a:t>
            </a:r>
          </a:p>
          <a:p>
            <a:pPr>
              <a:spcAft>
                <a:spcPts val="600"/>
              </a:spcAft>
              <a:defRPr sz="1600">
                <a:solidFill>
                  <a:srgbClr val="1B1B2F"/>
                </a:solidFill>
              </a:defRPr>
            </a:pPr>
            <a:r>
              <a:t>Output is cleaned (EOL banner, version table, per-IP init noise removed) and annotated with readable Notes.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71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wrap="square"/>
          <a:lstStyle/>
          <a:p>
            <a:pPr algn="ctr">
              <a:defRPr sz="3000" b="1">
                <a:solidFill>
                  <a:srgbClr val="FFFFFF"/>
                </a:solidFill>
              </a:defRPr>
            </a:pPr>
            <a:r>
              <a:t>Security, and current status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1B1B2F"/>
                </a:solidFill>
              </a:defRPr>
            </a:pPr>
            <a:r>
              <a:t>Secrets: NUC password used only for the connection — masked in all output, never written to disk or logs.</a:t>
            </a:r>
          </a:p>
          <a:p>
            <a:pPr>
              <a:spcAft>
                <a:spcPts val="600"/>
              </a:spcAft>
              <a:defRPr sz="1800">
                <a:solidFill>
                  <a:srgbClr val="1B1B2F"/>
                </a:solidFill>
              </a:defRPr>
            </a:pPr>
            <a:r>
              <a:t>Enrichment sources are OFF unless configured; failures are skipped and never block core analysis.</a:t>
            </a:r>
          </a:p>
          <a:p>
            <a:pPr>
              <a:spcAft>
                <a:spcPts val="600"/>
              </a:spcAft>
              <a:defRPr sz="1800">
                <a:solidFill>
                  <a:srgbClr val="1B1B2F"/>
                </a:solidFill>
              </a:defRPr>
            </a:pPr>
            <a:r>
              <a:t>Kerberos SSO to HSDES (no token/password) for on-domain users.</a:t>
            </a:r>
          </a:p>
          <a:p>
            <a:pPr>
              <a:spcAft>
                <a:spcPts val="600"/>
              </a:spcAft>
              <a:defRPr sz="1800">
                <a:solidFill>
                  <a:srgbClr val="1B1B2F"/>
                </a:solidFill>
              </a:defRPr>
            </a:pPr>
            <a:r>
              <a:t>Validated live: SSH connect + persistent session confirmed against a real 2S GNR NUC; part unlocked, 37 IPs enumerated.</a:t>
            </a:r>
          </a:p>
          <a:p>
            <a:pPr>
              <a:spcAft>
                <a:spcPts val="600"/>
              </a:spcAft>
              <a:defRPr sz="1800">
                <a:solidFill>
                  <a:srgbClr val="1B1B2F"/>
                </a:solidFill>
              </a:defRPr>
            </a:pPr>
            <a:r>
              <a:t>Unified smoke test: 15 / 15 passing.</a:t>
            </a:r>
          </a:p>
          <a:p>
            <a:pPr>
              <a:spcAft>
                <a:spcPts val="600"/>
              </a:spcAft>
              <a:defRPr sz="1800">
                <a:solidFill>
                  <a:srgbClr val="1B1B2F"/>
                </a:solidFill>
              </a:defRPr>
            </a:pPr>
            <a:r>
              <a:t>Published to intel-sandbox/BugScout (PR) and mirrored to the personal repo.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852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E7D32"/>
                </a:solidFill>
              </a:defRPr>
            </a:pPr>
            <a:r>
              <a:t>Status: demo-ready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